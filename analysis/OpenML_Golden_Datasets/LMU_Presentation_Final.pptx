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LLM Data Agents in Missing Data:
Blindspots, Resilience, and Overconfidence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Team Members: Shengyuan, Yixiang, Felix, and You
Ludwig Maximilian University of Munich
Thursday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Conclusion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The AI Persona: A stubborn empiricist.</a:t>
            </a:r>
          </a:p>
          <a:p>
            <a:r>
              <a:rPr/>
              <a:t>  - Excellent at reading surface-level data, but entirely blind to hidden causality.</a:t>
            </a:r>
          </a:p>
          <a:p>
            <a:r>
              <a:rPr/>
              <a:t>The Danger: High confidence during hallucinations.</a:t>
            </a:r>
          </a:p>
          <a:p>
            <a:r>
              <a:rPr/>
              <a:t>  - This is particularly dangerous when dealing with MNAR mechanisms.</a:t>
            </a:r>
          </a:p>
          <a:p>
            <a:r>
              <a:rPr/>
              <a:t>Future Human-AI Collaboration:</a:t>
            </a:r>
          </a:p>
          <a:p>
            <a:r>
              <a:rPr/>
              <a:t>  - We cannot rely on LLMs for end-to-end imputation without injecting external causal frameworks.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2026-07-22T19:10:02Z</dcterms:modified>
  <cp:category/>
</cp:coreProperties>
</file>